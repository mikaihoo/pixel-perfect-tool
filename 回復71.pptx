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FA83C5-2282-41CC-A6DF-C7EDE5C90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0F8E00-4B75-4F6F-865A-CAFB1930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E66468-D851-4200-8FFF-EF64B4E4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5B0920-2059-45D6-B342-6B1650AE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C94F80-BE79-498A-945A-8755BC49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83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842FFB-E838-497A-B727-E3CA2E5A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0F08E1-6147-49F1-B3D7-2C694B6CF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77BEF7-572F-49FF-B460-6587DC17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5288A0-064F-43D2-8FCF-0E7C144C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54D6F-EB74-43CA-BD66-86B98E5D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23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2A0E8F-8C53-4076-B38E-CFA53D5BB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B2CE75-B2B9-4BBC-BB03-CE69D8CF1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A07B2C-3752-4296-A401-8C4D5FAB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B99EBB-D3A1-47F7-B5B3-30696534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05B877-F422-4188-BD25-2848998B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3553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DE9943-41D0-484A-B400-77B82434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4C26CE-2B1E-4F58-862D-7ABBE8816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DCF692-E23A-4AB9-8C73-D44610CF2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637CE1-0F89-4AFC-9816-0EAC96CC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9347E0-A9D7-49CF-816A-E06C0C42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E3708F-C5A7-4469-9085-E6814918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73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B9A02F-8FFD-4168-B616-E73AFE7B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6983C8-24D3-4431-B485-4209223BF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F2C1E9-0983-4E30-9593-49DD202B7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CEA9DB-2260-451C-BFBD-440A97B8B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D57CB6F-30A7-4C26-B1B2-7F5A4E16C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FCF9773-CB9A-451A-8888-952A1B002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E9544D5-847C-49C1-88C7-9F15C626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BD72C80-72E6-467E-A189-D9EBFE13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8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56ED9-768A-4860-9DCB-C003502E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22BEB4-E790-48E0-9328-DFE5AC78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2222C8-59FE-4A9E-B761-AC9053A9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C8AF4A0-810C-4D07-A2B7-CBEA7D03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30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71B9E2-F9B7-4F5C-ABD4-B82872B8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B0523C-43E5-4E91-B3C1-05F71E6C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0E8A52-F5F6-43FD-AF8E-AC343D63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20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A62B5F-3173-4F70-B61E-B6025D45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CFDA19-7364-4137-9F51-0BB5C7E7C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67E19B-A100-415F-BE5B-4CA670219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67A714-FB91-49D2-86EB-1D0A8C58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2556ED-FF46-46AE-8FB7-CEE1BB0C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9D924E-A3B1-4E7A-8185-806B4EC6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0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F2DCA-AC82-4C77-A03E-31A26051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C687726-1758-4798-ACA9-2F63D7391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22EBD4-535B-4A32-9DE2-90D17C9BF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E33412-CA6E-41D7-B318-F059F875F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0F1BAF-598D-47DE-9263-FE1DBDF0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92AA07-5E6D-4550-A6EC-E756696F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947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F89319-4613-4252-8289-C85A7A22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8BCDA3-E60F-43DA-9BED-E27FC7BBA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ADAB9E-F6CB-4DA2-8CC3-056DCA04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EF5681-A187-4322-8BD6-079DB026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90A6CC-6A99-48BD-B134-71597F023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86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0B001FE-47FF-4563-8341-07567A1B1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D6A8845-6755-404D-B824-B142CDD9E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C41B72-C20B-4692-A026-AA02409E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A2A9D6-2178-499D-B778-8E7ACCC2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60F71D-DCE7-4658-A8BC-5FBA7AF1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90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4810945-54F6-4AD1-A804-5EAC07E9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2C7BDD-BAFF-4785-908E-C4F041024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72426D-CEB7-429A-8CD3-97BCDA707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220DE-31D6-4333-A671-997790B162AC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EBD733-C621-4DCF-83E1-5550F3028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90B371-6736-48F6-A662-B8E68D084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2EEBF-9EC5-4F84-8AD1-6871565ABD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9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B03C063-DF04-4DD9-BA0E-030770EE5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06" y="-80682"/>
            <a:ext cx="5715000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B905BC1-66CE-4056-8CCE-B9A20DC21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788" y="195543"/>
            <a:ext cx="62484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甲斐 文耀</dc:creator>
  <cp:lastModifiedBy>甲斐 文耀</cp:lastModifiedBy>
  <cp:revision>2</cp:revision>
  <dcterms:created xsi:type="dcterms:W3CDTF">2026-03-03T07:42:50Z</dcterms:created>
  <dcterms:modified xsi:type="dcterms:W3CDTF">2026-03-03T07:45:28Z</dcterms:modified>
</cp:coreProperties>
</file>